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Verified Circles: High-Trust Connections for Relocators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Tackling the Reliability Gap in Social Matching</a:t>
            </a:r>
          </a:p>
          <a:p>
            <a:r>
              <a:t>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Reliability Gap: Why matching isn't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Stats: 78% of relocators fail to build a core social circle within 12 months (Survey N=45).</a:t>
            </a:r>
          </a:p>
          <a:p>
            <a:r>
              <a:t>• The Pain: It's not about finding people. It's about the high failure rate of meetings.</a:t>
            </a:r>
          </a:p>
          <a:p>
            <a:r>
              <a:t>• Quote: "I have 500 matches, but I stopped trying because everyone flakes." (Interview P3)</a:t>
            </a:r>
          </a:p>
          <a:p>
            <a:r>
              <a:t>• Core Issue: Low commitment mechanisms lead to a "Market for Lemons" (Low trust).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+ Evidence 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21920"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 /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 Limitation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Market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Cognitive Research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"Is this a real business?"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Macro data excludes niche apps.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Competitor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Product Teardown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"Why do users leave?"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Functional analysis only.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Synthetic Interviews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AI Personas (GPT-4)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Hypothesis 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Simulation only. Requires validation.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User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N=45 (Real Users - CSV)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Validation of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Biased to online distribution.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Scientific 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Signaling 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"Why will verification work?"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Theoretical application.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Process Note: Synthetic interviews = hypothesis generator; validation = surveys + behavioral 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'Social Discovery' Market is Growing vs Dating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Social Discovery Market: ~$2.5 Billion (2024) -&gt; Proj. $7.6B by 2031 (CAGR 17%).</a:t>
            </a:r>
          </a:p>
          <a:p>
            <a:r>
              <a:t>• The Gap: Dating Apps earn $9B/year (Optimization).</a:t>
            </a:r>
          </a:p>
          <a:p>
            <a:r>
              <a:t>• The Opportunity: Users pay for Access to a high-reliability network.</a:t>
            </a:r>
          </a:p>
        </p:txBody>
      </p:sp>
      <p:pic>
        <p:nvPicPr>
          <p:cNvPr id="4" name="Picture 3" descr="marke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00400"/>
            <a:ext cx="468009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 Analysis (The Trust &amp; Commitment Gap)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Bumble BFF: Optimizes for Visuals. Result: Dating fatigue.</a:t>
            </a:r>
          </a:p>
          <a:p>
            <a:r>
              <a:t>• Meetup: Optimizes for Topics. Result: High noise.</a:t>
            </a:r>
          </a:p>
          <a:p>
            <a:r>
              <a:t>• Verified Circles: Optimizes for Trust &amp; Commitment.</a:t>
            </a:r>
          </a:p>
        </p:txBody>
      </p:sp>
      <p:pic>
        <p:nvPicPr>
          <p:cNvPr id="4" name="Picture 3" descr="competito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7315200" cy="24505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Validation: Signaling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Costly Signals: Trust is built when someone invests effort (Cost) that is hard to fake.</a:t>
            </a:r>
          </a:p>
          <a:p>
            <a:r>
              <a:t>   - Selfie = Cheap Signal (Low Trust)</a:t>
            </a:r>
          </a:p>
          <a:p>
            <a:r>
              <a:t>   - Career/Sport History = Costly Signal (High Trust)</a:t>
            </a:r>
          </a:p>
          <a:p>
            <a:r>
              <a:t>2. Homophily: We bond with those who share verified traits.</a:t>
            </a:r>
          </a:p>
          <a:p>
            <a:r>
              <a:t>3. Result: Verification acts as 'Social Collateral'.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Insights (Validation)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Reliability Gap: 'People says maybe and vanish.' (Users crave structure).</a:t>
            </a:r>
          </a:p>
          <a:p>
            <a:r>
              <a:t>• The Trust Filter: Users currently stalk manually. We automate it.</a:t>
            </a:r>
          </a:p>
          <a:p>
            <a:r>
              <a:t>• Survey Validation (N=45): 44% 'Go Alone' when no partner found.</a:t>
            </a:r>
          </a:p>
        </p:txBody>
      </p:sp>
      <p:pic>
        <p:nvPicPr>
          <p:cNvPr id="4" name="Picture 3" descr="survey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474720"/>
            <a:ext cx="48768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Persona: 'The Time-Constrained Professional'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Name: Omer, 32 (Senior Dev, Relocated to NYC)</a:t>
            </a:r>
          </a:p>
          <a:p>
            <a:r>
              <a:t>• Pain: 'I have limited free time. I can't afford to waste an evening on a meetup where I don't click.'</a:t>
            </a:r>
          </a:p>
          <a:p>
            <a:r>
              <a:t>• Current Solution: Does nothing. (Risk of wasted time &gt; Reward)</a:t>
            </a:r>
          </a:p>
          <a:p>
            <a:r>
              <a:t>• Needs: Efficiency, Reliability, Shared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The '3-Layer Trust'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Pivot: From 'Open Access' (Noise) to 'Verified Access' (Signal).</a:t>
            </a:r>
          </a:p>
          <a:p/>
          <a:p>
            <a:r>
              <a:t>1. Trust Layer: Identity Verification + Social Collateral. (Safety)</a:t>
            </a:r>
          </a:p>
          <a:p>
            <a:r>
              <a:t>2. Relevance Layer: Level-based Matching (e.g. Tennis 4.0). (Boredom)</a:t>
            </a:r>
          </a:p>
          <a:p>
            <a:r>
              <a:t>3. Commitment Layer: Reputation System + Event Deposit. (Flakiness)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Snapshot &amp; UVP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UVP: 'The Reliability of a Club. The Convenience of an App.'</a:t>
            </a:r>
          </a:p>
          <a:p>
            <a:r>
              <a:t>• Tagline: 'No Flakes. No Fakes. Just Friends.'</a:t>
            </a:r>
          </a:p>
          <a:p/>
          <a:p>
            <a:r>
              <a:t>• Differentiation:</a:t>
            </a:r>
          </a:p>
          <a:p>
            <a:r>
              <a:t>   - Erasure of 'Swiping' -&gt; Connect on Context.</a:t>
            </a:r>
          </a:p>
          <a:p>
            <a:r>
              <a:t>   - Erasure of 'Open Groups' -&gt; Verified Peers.</a:t>
            </a:r>
          </a:p>
          <a:p/>
          <a:p>
            <a:r>
              <a:t>• Success Metrics:</a:t>
            </a:r>
          </a:p>
          <a:p>
            <a:r>
              <a:t>   - Primary: Show-up Rate (&gt;85%)</a:t>
            </a:r>
          </a:p>
          <a:p>
            <a:r>
              <a:t>   - Secondary: Repeat Meet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Validation Proposal (Next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Behavioral Test (Smoke Test)</a:t>
            </a:r>
          </a:p>
          <a:p>
            <a:r>
              <a:t>• Landing Page: 'NYC Tech Runners - Verified Members Only.'</a:t>
            </a:r>
          </a:p>
          <a:p>
            <a:r>
              <a:t>• Metric: Conversion rate of visitors willing to link Strava.</a:t>
            </a:r>
          </a:p>
          <a:p>
            <a:r>
              <a:t>• Success Criteria: &gt;15% conversion.</a:t>
            </a:r>
          </a:p>
          <a:p>
            <a:r>
              <a:t>  - Justification: Survey 2 showed 60% willingness so 15% is conservative.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Problem: Loneliness is driven by Activity Isolation (44% go alone) and Flakiness.</a:t>
            </a:r>
          </a:p>
          <a:p>
            <a:r>
              <a:t>• The Solution: Verified Circles reduces no-show rates via Costly Signals.</a:t>
            </a:r>
          </a:p>
          <a:p>
            <a:r>
              <a:t>• Next Steps: Launch Smoke Test to validate conversion.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